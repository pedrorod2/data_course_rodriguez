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0"/>
  </p:normalViewPr>
  <p:slideViewPr>
    <p:cSldViewPr showGuide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8/27/2026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/>
              <a:t>Hello world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{11FBE076-0B27-415E-BB11-F337833DF597}0f45c1b8-b519-4737-8f12-a18148944ef7-TFfcaeb239-e0ad-43c4-9739-4084ddd7c62fe496f549_win32</Template>
  <TotalTime>0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Bahnschrift SemiLight</vt:lpstr>
      <vt:lpstr>Blockwork elegance</vt:lpstr>
      <vt:lpstr>Hello world</vt:lpstr>
    </vt:vector>
  </TitlesOfParts>
  <Company>Utah Valley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Rodriguez</dc:creator>
  <cp:lastModifiedBy>Pedro Rodriguez</cp:lastModifiedBy>
  <cp:revision>1</cp:revision>
  <dcterms:created xsi:type="dcterms:W3CDTF">2026-08-27T22:44:00Z</dcterms:created>
  <dcterms:modified xsi:type="dcterms:W3CDTF">2026-08-27T22:44:21Z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